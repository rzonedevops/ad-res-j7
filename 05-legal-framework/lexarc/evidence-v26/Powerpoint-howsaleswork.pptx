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36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CC26-7D14-31DB-5E75-02A88BA8E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C2919-5A8C-244C-33C3-6E7131080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59D13-8015-1194-A61C-B8D9AB19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99D9E-6D9B-44B1-200C-8B810E82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1B524-EB14-0B34-07C5-DD53D20B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60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E2F4-429E-EFD1-4C7B-75DD9907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340DF-E45E-0772-BDF4-7C48B6B94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DC8DC-6C7E-F9C5-FADB-9CDAD75F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D1A64-82E8-3872-72EE-1BB19E26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A34FF-3A4A-7E54-0D7C-BA59503C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2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E9A0-9DB2-2CB3-A1B6-AA071C1F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15132-F871-9BB4-3758-0BD4F4358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8AA6E-B692-B192-2305-4332FE02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6930-CF2E-4DEC-4A77-1A4B7C9A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144D3-3BD0-3AF3-4997-EFB27BA5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9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2AE3D-118E-3395-884D-284F2981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AD449-B09F-1B77-2130-49301B196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1B27C-03C4-5AAF-8281-2E6D77504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E175B-667C-20D6-D47F-A70D0F4A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06244-A22F-958F-154A-69EDCA1F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2040D-53B4-9CA8-C921-5DE1DC24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A1C45-A1AC-A36D-80F8-F17DA2E7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53E26-BF46-E9E1-5FAD-A74F98371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6A322-D248-9C9A-E439-02D8BB001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0734E4-4BB0-A3C3-A7C3-2B3411A88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62CDA-A35B-CB9E-EAEE-AB919CB7D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A58637-496E-9078-0547-6F675015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C1150-FE81-7337-05AD-9C80C64F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21356-2D26-6EB2-3B89-2966629E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9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266B-CAE6-1327-98CA-A0E970C5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7A454-FA69-AE5E-D858-7B2B14D1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7EE22-FA44-F163-7590-53D81BCD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12398-D08B-AE19-E5C3-486CF6A5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75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8F8F4-581C-C8FD-3775-866F665E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8654C-D3CF-C943-6E74-D0CD8AD5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EA2AA-1508-A407-C362-80886DCA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87D8-2258-7759-D7E4-423D944A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B968A-085C-D4D5-2384-EE5E652E3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5ED3E-54CB-1A34-BA93-DD3FF76CA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2E670-5114-D941-25F0-EAE055BA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7318-65AE-242B-706B-4A787627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BCE59-AEA9-075C-D145-FECBD1A7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8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A445-823E-361E-4493-30815EC47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982DE4-651C-57B3-A775-631BC1471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59723-FA35-3C72-395E-9B21A26BF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C6F20-F330-559B-C995-4471AAC0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FCB8E-CAB1-9E0B-8866-21B013E1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0E56A-EB2E-A689-EFC4-9C8371CA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0C0B-3359-747B-CD19-7C46BD19D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FC671-3D8B-EFEF-D8AE-5D4A30106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2B807-E01C-2649-51D1-D8149339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75FDC-A4A3-2BAC-89A9-290ABFBF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09496-C976-98F7-D8B1-5B81989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7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ACED9C-A015-A761-0E4A-DE005AFAF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E47D3-B4C8-726B-3036-B56482FCF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99F19-3A8B-4100-8ECB-6EBE01025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7E07-6B4A-A652-6F06-B7C691CD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88147-A820-0D8E-6E88-315E9BE7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2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FC23D9-3471-9EBC-ACC9-83B5993F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594D0-CC45-063C-5304-DA4242A07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C4004-70BE-8F90-0ABF-A761729FA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8A2A9-C1E8-4C93-8992-E95E06408475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9F330-B2BB-2789-93AA-24555D22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2EB3C-4823-5D04-4C58-2230F1187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D3939-227F-4C58-A029-D24E92A1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8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46D134-8D68-1EFD-F679-0081452C8734}"/>
              </a:ext>
            </a:extLst>
          </p:cNvPr>
          <p:cNvSpPr/>
          <p:nvPr/>
        </p:nvSpPr>
        <p:spPr>
          <a:xfrm>
            <a:off x="228600" y="126722"/>
            <a:ext cx="2362200" cy="75211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57963-AFA3-7E70-CB41-DC9A521FAAE0}"/>
              </a:ext>
            </a:extLst>
          </p:cNvPr>
          <p:cNvSpPr txBox="1"/>
          <p:nvPr/>
        </p:nvSpPr>
        <p:spPr>
          <a:xfrm>
            <a:off x="693420" y="345202"/>
            <a:ext cx="1386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78F7D1-30BF-F5C2-0302-A0DC42308896}"/>
              </a:ext>
            </a:extLst>
          </p:cNvPr>
          <p:cNvGrpSpPr/>
          <p:nvPr/>
        </p:nvGrpSpPr>
        <p:grpSpPr>
          <a:xfrm>
            <a:off x="2692400" y="248920"/>
            <a:ext cx="1071880" cy="531355"/>
            <a:chOff x="2692400" y="248920"/>
            <a:chExt cx="1071880" cy="74676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A2BF5D4-6CAA-3409-EE39-69148DB220A0}"/>
                </a:ext>
              </a:extLst>
            </p:cNvPr>
            <p:cNvCxnSpPr/>
            <p:nvPr/>
          </p:nvCxnSpPr>
          <p:spPr>
            <a:xfrm flipV="1">
              <a:off x="2692400" y="248920"/>
              <a:ext cx="1071880" cy="41148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592726-CCC5-83EC-CF1E-B822A7C9B75E}"/>
                </a:ext>
              </a:extLst>
            </p:cNvPr>
            <p:cNvCxnSpPr/>
            <p:nvPr/>
          </p:nvCxnSpPr>
          <p:spPr>
            <a:xfrm>
              <a:off x="2712720" y="650240"/>
              <a:ext cx="1051560" cy="345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706896E-0111-4CF5-306E-19F4FB0127A9}"/>
              </a:ext>
            </a:extLst>
          </p:cNvPr>
          <p:cNvSpPr txBox="1"/>
          <p:nvPr/>
        </p:nvSpPr>
        <p:spPr>
          <a:xfrm>
            <a:off x="3764280" y="126722"/>
            <a:ext cx="693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Phone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A6DC6-9492-B768-1141-858857B8937D}"/>
              </a:ext>
            </a:extLst>
          </p:cNvPr>
          <p:cNvSpPr txBox="1"/>
          <p:nvPr/>
        </p:nvSpPr>
        <p:spPr>
          <a:xfrm>
            <a:off x="3759200" y="622270"/>
            <a:ext cx="693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Email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F69600-9275-128C-2BAD-32E3C2E42F68}"/>
              </a:ext>
            </a:extLst>
          </p:cNvPr>
          <p:cNvGrpSpPr/>
          <p:nvPr/>
        </p:nvGrpSpPr>
        <p:grpSpPr>
          <a:xfrm rot="10800000">
            <a:off x="4376420" y="250121"/>
            <a:ext cx="1071880" cy="538918"/>
            <a:chOff x="2692400" y="248920"/>
            <a:chExt cx="1071880" cy="746760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F4062BA-4D6E-D422-86C6-AD3D46A9FA5C}"/>
                </a:ext>
              </a:extLst>
            </p:cNvPr>
            <p:cNvCxnSpPr/>
            <p:nvPr/>
          </p:nvCxnSpPr>
          <p:spPr>
            <a:xfrm flipV="1">
              <a:off x="2692400" y="248920"/>
              <a:ext cx="1071880" cy="41148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E98A2F0-C568-0C56-7C5B-BE3EF42A33CF}"/>
                </a:ext>
              </a:extLst>
            </p:cNvPr>
            <p:cNvCxnSpPr/>
            <p:nvPr/>
          </p:nvCxnSpPr>
          <p:spPr>
            <a:xfrm>
              <a:off x="2712720" y="650240"/>
              <a:ext cx="1051560" cy="345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Subtitle 25">
            <a:extLst>
              <a:ext uri="{FF2B5EF4-FFF2-40B4-BE49-F238E27FC236}">
                <a16:creationId xmlns:a16="http://schemas.microsoft.com/office/drawing/2014/main" id="{17AE0954-66EB-94B7-C408-41B0168D1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8300" y="362416"/>
            <a:ext cx="1788160" cy="274002"/>
          </a:xfrm>
        </p:spPr>
        <p:txBody>
          <a:bodyPr>
            <a:noAutofit/>
          </a:bodyPr>
          <a:lstStyle/>
          <a:p>
            <a:r>
              <a:rPr lang="en-US" sz="1200" dirty="0"/>
              <a:t>Their orders to Kent/EL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0E602F8-35D5-F10F-8208-3CA39A6DD719}"/>
              </a:ext>
            </a:extLst>
          </p:cNvPr>
          <p:cNvGrpSpPr/>
          <p:nvPr/>
        </p:nvGrpSpPr>
        <p:grpSpPr>
          <a:xfrm>
            <a:off x="2452370" y="1063608"/>
            <a:ext cx="2362200" cy="888774"/>
            <a:chOff x="2827020" y="1332798"/>
            <a:chExt cx="2362200" cy="110744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0F7AA54-7B8C-4F2A-2BE6-1EF55E60B79C}"/>
                </a:ext>
              </a:extLst>
            </p:cNvPr>
            <p:cNvSpPr/>
            <p:nvPr/>
          </p:nvSpPr>
          <p:spPr>
            <a:xfrm>
              <a:off x="2827020" y="1332798"/>
              <a:ext cx="2362200" cy="110744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ubtitle 25">
              <a:extLst>
                <a:ext uri="{FF2B5EF4-FFF2-40B4-BE49-F238E27FC236}">
                  <a16:creationId xmlns:a16="http://schemas.microsoft.com/office/drawing/2014/main" id="{26186498-9535-EDC8-13BD-2607207D574E}"/>
                </a:ext>
              </a:extLst>
            </p:cNvPr>
            <p:cNvSpPr txBox="1">
              <a:spLocks/>
            </p:cNvSpPr>
            <p:nvPr/>
          </p:nvSpPr>
          <p:spPr>
            <a:xfrm>
              <a:off x="3083560" y="1820072"/>
              <a:ext cx="1666240" cy="43780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/>
                <a:t>Create Proforma Invoice</a:t>
              </a:r>
            </a:p>
          </p:txBody>
        </p:sp>
        <p:sp>
          <p:nvSpPr>
            <p:cNvPr id="34" name="Subtitle 25">
              <a:extLst>
                <a:ext uri="{FF2B5EF4-FFF2-40B4-BE49-F238E27FC236}">
                  <a16:creationId xmlns:a16="http://schemas.microsoft.com/office/drawing/2014/main" id="{ABC1E68F-C84D-3151-6913-32770FC6FE97}"/>
                </a:ext>
              </a:extLst>
            </p:cNvPr>
            <p:cNvSpPr txBox="1">
              <a:spLocks/>
            </p:cNvSpPr>
            <p:nvPr/>
          </p:nvSpPr>
          <p:spPr>
            <a:xfrm>
              <a:off x="3022600" y="1417840"/>
              <a:ext cx="1666240" cy="43780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b="1" dirty="0"/>
                <a:t>Shopify</a:t>
              </a: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5E3EAF-BC9B-1A92-8B0F-8A0137D69E6D}"/>
              </a:ext>
            </a:extLst>
          </p:cNvPr>
          <p:cNvCxnSpPr>
            <a:cxnSpLocks/>
            <a:stCxn id="27" idx="3"/>
            <a:endCxn id="37" idx="1"/>
          </p:cNvCxnSpPr>
          <p:nvPr/>
        </p:nvCxnSpPr>
        <p:spPr>
          <a:xfrm flipV="1">
            <a:off x="4814570" y="1496825"/>
            <a:ext cx="1416050" cy="11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ubtitle 25">
            <a:extLst>
              <a:ext uri="{FF2B5EF4-FFF2-40B4-BE49-F238E27FC236}">
                <a16:creationId xmlns:a16="http://schemas.microsoft.com/office/drawing/2014/main" id="{D4A52052-8261-0867-2D10-5A33CE4B578A}"/>
              </a:ext>
            </a:extLst>
          </p:cNvPr>
          <p:cNvSpPr txBox="1">
            <a:spLocks/>
          </p:cNvSpPr>
          <p:nvPr/>
        </p:nvSpPr>
        <p:spPr>
          <a:xfrm>
            <a:off x="6230620" y="1359824"/>
            <a:ext cx="2580640" cy="274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Email proforma invoice to customer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812A904-B422-2632-215F-C468E42EC576}"/>
              </a:ext>
            </a:extLst>
          </p:cNvPr>
          <p:cNvSpPr/>
          <p:nvPr/>
        </p:nvSpPr>
        <p:spPr>
          <a:xfrm>
            <a:off x="308610" y="2181172"/>
            <a:ext cx="2362200" cy="7650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E1B4D3-5B16-DE00-6A36-E989C322C500}"/>
              </a:ext>
            </a:extLst>
          </p:cNvPr>
          <p:cNvSpPr txBox="1"/>
          <p:nvPr/>
        </p:nvSpPr>
        <p:spPr>
          <a:xfrm>
            <a:off x="749935" y="2372036"/>
            <a:ext cx="1386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</a:t>
            </a:r>
          </a:p>
        </p:txBody>
      </p:sp>
      <p:sp>
        <p:nvSpPr>
          <p:cNvPr id="40" name="Subtitle 25">
            <a:extLst>
              <a:ext uri="{FF2B5EF4-FFF2-40B4-BE49-F238E27FC236}">
                <a16:creationId xmlns:a16="http://schemas.microsoft.com/office/drawing/2014/main" id="{2E12696D-118B-809A-DA4C-CC72F8EDCACA}"/>
              </a:ext>
            </a:extLst>
          </p:cNvPr>
          <p:cNvSpPr txBox="1">
            <a:spLocks/>
          </p:cNvSpPr>
          <p:nvPr/>
        </p:nvSpPr>
        <p:spPr>
          <a:xfrm>
            <a:off x="7687307" y="2563992"/>
            <a:ext cx="1863092" cy="274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Email POP to Kent / EL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16A8C8-917D-9E0D-1912-580C5495DF58}"/>
              </a:ext>
            </a:extLst>
          </p:cNvPr>
          <p:cNvCxnSpPr/>
          <p:nvPr/>
        </p:nvCxnSpPr>
        <p:spPr>
          <a:xfrm flipV="1">
            <a:off x="2720340" y="2684826"/>
            <a:ext cx="1442720" cy="12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D87A27F-1941-9C7D-2BB6-7E6751CBBEFC}"/>
              </a:ext>
            </a:extLst>
          </p:cNvPr>
          <p:cNvCxnSpPr>
            <a:cxnSpLocks/>
          </p:cNvCxnSpPr>
          <p:nvPr/>
        </p:nvCxnSpPr>
        <p:spPr>
          <a:xfrm flipV="1">
            <a:off x="5858509" y="2697665"/>
            <a:ext cx="1828798" cy="16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ubtitle 25">
            <a:extLst>
              <a:ext uri="{FF2B5EF4-FFF2-40B4-BE49-F238E27FC236}">
                <a16:creationId xmlns:a16="http://schemas.microsoft.com/office/drawing/2014/main" id="{F198017C-9482-8CAF-E994-F2F6E21CC8F6}"/>
              </a:ext>
            </a:extLst>
          </p:cNvPr>
          <p:cNvSpPr txBox="1">
            <a:spLocks/>
          </p:cNvSpPr>
          <p:nvPr/>
        </p:nvSpPr>
        <p:spPr>
          <a:xfrm>
            <a:off x="4127499" y="2597891"/>
            <a:ext cx="1863092" cy="274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Pays Proforma Invoice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82D23B-4723-6B2D-EE71-87E8A3FC0B25}"/>
              </a:ext>
            </a:extLst>
          </p:cNvPr>
          <p:cNvGrpSpPr/>
          <p:nvPr/>
        </p:nvGrpSpPr>
        <p:grpSpPr>
          <a:xfrm>
            <a:off x="727710" y="3253091"/>
            <a:ext cx="1744980" cy="688053"/>
            <a:chOff x="868680" y="4343718"/>
            <a:chExt cx="1744980" cy="102076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178EEBD-1872-5673-96D9-EB5E88375411}"/>
                </a:ext>
              </a:extLst>
            </p:cNvPr>
            <p:cNvGrpSpPr/>
            <p:nvPr/>
          </p:nvGrpSpPr>
          <p:grpSpPr>
            <a:xfrm rot="10800000">
              <a:off x="1541780" y="4480719"/>
              <a:ext cx="1071880" cy="746760"/>
              <a:chOff x="2692400" y="248920"/>
              <a:chExt cx="1071880" cy="746760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7DDA63EE-1249-A947-3BDB-B7118D15560B}"/>
                  </a:ext>
                </a:extLst>
              </p:cNvPr>
              <p:cNvCxnSpPr/>
              <p:nvPr/>
            </p:nvCxnSpPr>
            <p:spPr>
              <a:xfrm flipV="1">
                <a:off x="2692400" y="248920"/>
                <a:ext cx="1071880" cy="41148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3B3C7D55-F8F7-B76F-5D6F-19F4FB5B3118}"/>
                  </a:ext>
                </a:extLst>
              </p:cNvPr>
              <p:cNvCxnSpPr/>
              <p:nvPr/>
            </p:nvCxnSpPr>
            <p:spPr>
              <a:xfrm>
                <a:off x="2712720" y="650240"/>
                <a:ext cx="1051560" cy="3454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Subtitle 25">
              <a:extLst>
                <a:ext uri="{FF2B5EF4-FFF2-40B4-BE49-F238E27FC236}">
                  <a16:creationId xmlns:a16="http://schemas.microsoft.com/office/drawing/2014/main" id="{53A8520B-38CC-CA84-677E-3D2463BBE04F}"/>
                </a:ext>
              </a:extLst>
            </p:cNvPr>
            <p:cNvSpPr txBox="1">
              <a:spLocks/>
            </p:cNvSpPr>
            <p:nvPr/>
          </p:nvSpPr>
          <p:spPr>
            <a:xfrm>
              <a:off x="868680" y="5090478"/>
              <a:ext cx="762000" cy="27400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EL</a:t>
              </a:r>
            </a:p>
          </p:txBody>
        </p:sp>
        <p:sp>
          <p:nvSpPr>
            <p:cNvPr id="45" name="Subtitle 25">
              <a:extLst>
                <a:ext uri="{FF2B5EF4-FFF2-40B4-BE49-F238E27FC236}">
                  <a16:creationId xmlns:a16="http://schemas.microsoft.com/office/drawing/2014/main" id="{7D0EE713-28EF-A42F-162B-ACE470B2C257}"/>
                </a:ext>
              </a:extLst>
            </p:cNvPr>
            <p:cNvSpPr txBox="1">
              <a:spLocks/>
            </p:cNvSpPr>
            <p:nvPr/>
          </p:nvSpPr>
          <p:spPr>
            <a:xfrm>
              <a:off x="889000" y="4343718"/>
              <a:ext cx="762000" cy="27400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Kent</a:t>
              </a:r>
            </a:p>
          </p:txBody>
        </p:sp>
      </p:grpSp>
      <p:sp>
        <p:nvSpPr>
          <p:cNvPr id="48" name="Subtitle 25">
            <a:extLst>
              <a:ext uri="{FF2B5EF4-FFF2-40B4-BE49-F238E27FC236}">
                <a16:creationId xmlns:a16="http://schemas.microsoft.com/office/drawing/2014/main" id="{9EE3E259-9DB1-B920-09DF-C7C332C65C21}"/>
              </a:ext>
            </a:extLst>
          </p:cNvPr>
          <p:cNvSpPr txBox="1">
            <a:spLocks/>
          </p:cNvSpPr>
          <p:nvPr/>
        </p:nvSpPr>
        <p:spPr>
          <a:xfrm>
            <a:off x="2324100" y="3433899"/>
            <a:ext cx="1334771" cy="274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Receive POP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6BF6C1A-DDB8-1D10-83E3-42786361EDF2}"/>
              </a:ext>
            </a:extLst>
          </p:cNvPr>
          <p:cNvCxnSpPr/>
          <p:nvPr/>
        </p:nvCxnSpPr>
        <p:spPr>
          <a:xfrm flipV="1">
            <a:off x="3481070" y="3558061"/>
            <a:ext cx="1442720" cy="12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0108F24-4633-CD9C-D5EB-33FAC7CE4190}"/>
              </a:ext>
            </a:extLst>
          </p:cNvPr>
          <p:cNvGrpSpPr/>
          <p:nvPr/>
        </p:nvGrpSpPr>
        <p:grpSpPr>
          <a:xfrm rot="10800000">
            <a:off x="1252220" y="1377914"/>
            <a:ext cx="1071880" cy="504867"/>
            <a:chOff x="2692400" y="248920"/>
            <a:chExt cx="1071880" cy="746760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03A6BA1-37CB-F7D2-7543-5220BE0517D3}"/>
                </a:ext>
              </a:extLst>
            </p:cNvPr>
            <p:cNvCxnSpPr/>
            <p:nvPr/>
          </p:nvCxnSpPr>
          <p:spPr>
            <a:xfrm flipV="1">
              <a:off x="2692400" y="248920"/>
              <a:ext cx="1071880" cy="41148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3A1E06A-D11B-8C5A-EF1B-2400F596B905}"/>
                </a:ext>
              </a:extLst>
            </p:cNvPr>
            <p:cNvCxnSpPr/>
            <p:nvPr/>
          </p:nvCxnSpPr>
          <p:spPr>
            <a:xfrm>
              <a:off x="2712720" y="650240"/>
              <a:ext cx="1051560" cy="345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Subtitle 25">
            <a:extLst>
              <a:ext uri="{FF2B5EF4-FFF2-40B4-BE49-F238E27FC236}">
                <a16:creationId xmlns:a16="http://schemas.microsoft.com/office/drawing/2014/main" id="{93EC33C8-0533-7A55-C723-2851226C6B75}"/>
              </a:ext>
            </a:extLst>
          </p:cNvPr>
          <p:cNvSpPr txBox="1">
            <a:spLocks/>
          </p:cNvSpPr>
          <p:nvPr/>
        </p:nvSpPr>
        <p:spPr>
          <a:xfrm>
            <a:off x="601345" y="1724612"/>
            <a:ext cx="762000" cy="288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EL</a:t>
            </a:r>
          </a:p>
        </p:txBody>
      </p:sp>
      <p:sp>
        <p:nvSpPr>
          <p:cNvPr id="53" name="Subtitle 25">
            <a:extLst>
              <a:ext uri="{FF2B5EF4-FFF2-40B4-BE49-F238E27FC236}">
                <a16:creationId xmlns:a16="http://schemas.microsoft.com/office/drawing/2014/main" id="{C84CE485-12D1-48D3-9D5F-684F38F1B4A4}"/>
              </a:ext>
            </a:extLst>
          </p:cNvPr>
          <p:cNvSpPr txBox="1">
            <a:spLocks/>
          </p:cNvSpPr>
          <p:nvPr/>
        </p:nvSpPr>
        <p:spPr>
          <a:xfrm>
            <a:off x="601345" y="1300922"/>
            <a:ext cx="762000" cy="27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Kent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7CDFD87-28E3-8BD3-C221-5BF6BEF09901}"/>
              </a:ext>
            </a:extLst>
          </p:cNvPr>
          <p:cNvSpPr/>
          <p:nvPr/>
        </p:nvSpPr>
        <p:spPr>
          <a:xfrm>
            <a:off x="4989830" y="3175634"/>
            <a:ext cx="2433320" cy="75359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ubtitle 25">
            <a:extLst>
              <a:ext uri="{FF2B5EF4-FFF2-40B4-BE49-F238E27FC236}">
                <a16:creationId xmlns:a16="http://schemas.microsoft.com/office/drawing/2014/main" id="{B45FF74C-AAF9-D5C2-2E33-AADD780FFB8E}"/>
              </a:ext>
            </a:extLst>
          </p:cNvPr>
          <p:cNvSpPr txBox="1">
            <a:spLocks/>
          </p:cNvSpPr>
          <p:nvPr/>
        </p:nvSpPr>
        <p:spPr>
          <a:xfrm>
            <a:off x="5397500" y="3537549"/>
            <a:ext cx="1666240" cy="4378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Fulfill order</a:t>
            </a:r>
          </a:p>
        </p:txBody>
      </p:sp>
      <p:sp>
        <p:nvSpPr>
          <p:cNvPr id="60" name="Subtitle 25">
            <a:extLst>
              <a:ext uri="{FF2B5EF4-FFF2-40B4-BE49-F238E27FC236}">
                <a16:creationId xmlns:a16="http://schemas.microsoft.com/office/drawing/2014/main" id="{6CA73A0C-90F8-29E7-46E4-544998764468}"/>
              </a:ext>
            </a:extLst>
          </p:cNvPr>
          <p:cNvSpPr txBox="1">
            <a:spLocks/>
          </p:cNvSpPr>
          <p:nvPr/>
        </p:nvSpPr>
        <p:spPr>
          <a:xfrm>
            <a:off x="5373370" y="3223149"/>
            <a:ext cx="1666240" cy="4378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SHOPIFY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16B26F4-8A2B-F50B-2023-BD7970EAFBF4}"/>
              </a:ext>
            </a:extLst>
          </p:cNvPr>
          <p:cNvSpPr/>
          <p:nvPr/>
        </p:nvSpPr>
        <p:spPr>
          <a:xfrm>
            <a:off x="308610" y="4195541"/>
            <a:ext cx="2433320" cy="76394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Subtitle 25">
            <a:extLst>
              <a:ext uri="{FF2B5EF4-FFF2-40B4-BE49-F238E27FC236}">
                <a16:creationId xmlns:a16="http://schemas.microsoft.com/office/drawing/2014/main" id="{1AD299F7-9A6B-C8CA-A8A7-DB068834BE2D}"/>
              </a:ext>
            </a:extLst>
          </p:cNvPr>
          <p:cNvSpPr txBox="1">
            <a:spLocks/>
          </p:cNvSpPr>
          <p:nvPr/>
        </p:nvSpPr>
        <p:spPr>
          <a:xfrm>
            <a:off x="553720" y="4195541"/>
            <a:ext cx="1666240" cy="359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SHOPIFY</a:t>
            </a:r>
          </a:p>
        </p:txBody>
      </p:sp>
      <p:sp>
        <p:nvSpPr>
          <p:cNvPr id="67" name="Subtitle 25">
            <a:extLst>
              <a:ext uri="{FF2B5EF4-FFF2-40B4-BE49-F238E27FC236}">
                <a16:creationId xmlns:a16="http://schemas.microsoft.com/office/drawing/2014/main" id="{3985F33E-F284-1B9F-7F1F-F9D06DA12B7F}"/>
              </a:ext>
            </a:extLst>
          </p:cNvPr>
          <p:cNvSpPr txBox="1">
            <a:spLocks/>
          </p:cNvSpPr>
          <p:nvPr/>
        </p:nvSpPr>
        <p:spPr>
          <a:xfrm>
            <a:off x="502285" y="4494498"/>
            <a:ext cx="1882139" cy="513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Once</a:t>
            </a:r>
            <a:r>
              <a:rPr lang="en-US" sz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order is m</a:t>
            </a: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</a:rPr>
              <a:t>arked as fulfilled</a:t>
            </a:r>
            <a:endParaRPr lang="en-US" sz="1200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DEC9EEF-05AC-85A3-A4BC-2463B7B86E39}"/>
              </a:ext>
            </a:extLst>
          </p:cNvPr>
          <p:cNvCxnSpPr>
            <a:cxnSpLocks/>
          </p:cNvCxnSpPr>
          <p:nvPr/>
        </p:nvCxnSpPr>
        <p:spPr>
          <a:xfrm flipV="1">
            <a:off x="2756534" y="4554662"/>
            <a:ext cx="590552" cy="6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Subtitle 25">
            <a:extLst>
              <a:ext uri="{FF2B5EF4-FFF2-40B4-BE49-F238E27FC236}">
                <a16:creationId xmlns:a16="http://schemas.microsoft.com/office/drawing/2014/main" id="{328ADCBB-6F27-F946-C92E-367ACC6CCD5F}"/>
              </a:ext>
            </a:extLst>
          </p:cNvPr>
          <p:cNvSpPr txBox="1">
            <a:spLocks/>
          </p:cNvSpPr>
          <p:nvPr/>
        </p:nvSpPr>
        <p:spPr>
          <a:xfrm>
            <a:off x="3301047" y="4353410"/>
            <a:ext cx="1409704" cy="4649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Pull order through automatically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009790A-6969-6450-FE21-9E31853E96D0}"/>
              </a:ext>
            </a:extLst>
          </p:cNvPr>
          <p:cNvGrpSpPr/>
          <p:nvPr/>
        </p:nvGrpSpPr>
        <p:grpSpPr>
          <a:xfrm>
            <a:off x="5641977" y="4243626"/>
            <a:ext cx="2362200" cy="784414"/>
            <a:chOff x="9474835" y="3167718"/>
            <a:chExt cx="2362200" cy="784414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5510E566-0D10-A9D7-AC87-A53AF86E59DF}"/>
                </a:ext>
              </a:extLst>
            </p:cNvPr>
            <p:cNvSpPr/>
            <p:nvPr/>
          </p:nvSpPr>
          <p:spPr>
            <a:xfrm>
              <a:off x="9474835" y="3187045"/>
              <a:ext cx="2362200" cy="765087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B91AAC-553F-2666-91DD-32ED81F39A2B}"/>
                </a:ext>
              </a:extLst>
            </p:cNvPr>
            <p:cNvSpPr txBox="1"/>
            <p:nvPr/>
          </p:nvSpPr>
          <p:spPr>
            <a:xfrm>
              <a:off x="10278110" y="3167718"/>
              <a:ext cx="1386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SAGE</a:t>
              </a:r>
            </a:p>
          </p:txBody>
        </p:sp>
      </p:grp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58957034-6320-58A3-C668-A4607080D09D}"/>
              </a:ext>
            </a:extLst>
          </p:cNvPr>
          <p:cNvSpPr/>
          <p:nvPr/>
        </p:nvSpPr>
        <p:spPr>
          <a:xfrm>
            <a:off x="3441700" y="5759508"/>
            <a:ext cx="2362200" cy="7650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7A2BF4-5E2A-F1A1-F701-E020953BFFC1}"/>
              </a:ext>
            </a:extLst>
          </p:cNvPr>
          <p:cNvSpPr txBox="1"/>
          <p:nvPr/>
        </p:nvSpPr>
        <p:spPr>
          <a:xfrm>
            <a:off x="3816986" y="5768030"/>
            <a:ext cx="1702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   COURIER GUY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69DF3EC-734C-081B-7C83-B5237E92B71B}"/>
              </a:ext>
            </a:extLst>
          </p:cNvPr>
          <p:cNvCxnSpPr>
            <a:cxnSpLocks/>
          </p:cNvCxnSpPr>
          <p:nvPr/>
        </p:nvCxnSpPr>
        <p:spPr>
          <a:xfrm>
            <a:off x="4664712" y="4554662"/>
            <a:ext cx="8572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Subtitle 25">
            <a:extLst>
              <a:ext uri="{FF2B5EF4-FFF2-40B4-BE49-F238E27FC236}">
                <a16:creationId xmlns:a16="http://schemas.microsoft.com/office/drawing/2014/main" id="{EE3FAAC3-ACA0-4F05-E93E-CDFA876A53AC}"/>
              </a:ext>
            </a:extLst>
          </p:cNvPr>
          <p:cNvSpPr txBox="1">
            <a:spLocks/>
          </p:cNvSpPr>
          <p:nvPr/>
        </p:nvSpPr>
        <p:spPr>
          <a:xfrm>
            <a:off x="5930271" y="4554662"/>
            <a:ext cx="1882139" cy="513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</a:rPr>
              <a:t>Tax Invoice is created &amp; automatically emailed</a:t>
            </a:r>
            <a:endParaRPr lang="en-US" sz="1200" b="1" dirty="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4EAC103C-1F38-9AF5-A26E-E89C6BBB0736}"/>
              </a:ext>
            </a:extLst>
          </p:cNvPr>
          <p:cNvSpPr/>
          <p:nvPr/>
        </p:nvSpPr>
        <p:spPr>
          <a:xfrm>
            <a:off x="9276080" y="4194168"/>
            <a:ext cx="2362200" cy="7650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659C23B-7645-E210-97CE-3F839E31FDA7}"/>
              </a:ext>
            </a:extLst>
          </p:cNvPr>
          <p:cNvSpPr txBox="1"/>
          <p:nvPr/>
        </p:nvSpPr>
        <p:spPr>
          <a:xfrm>
            <a:off x="9763760" y="4194168"/>
            <a:ext cx="1386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876DA85-8E83-922A-7AAA-7192F23124EB}"/>
              </a:ext>
            </a:extLst>
          </p:cNvPr>
          <p:cNvCxnSpPr>
            <a:cxnSpLocks/>
          </p:cNvCxnSpPr>
          <p:nvPr/>
        </p:nvCxnSpPr>
        <p:spPr>
          <a:xfrm>
            <a:off x="8144512" y="4554662"/>
            <a:ext cx="8572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3CD3E6A-B7AE-F253-7CE3-D24D6A6CACAB}"/>
              </a:ext>
            </a:extLst>
          </p:cNvPr>
          <p:cNvGrpSpPr/>
          <p:nvPr/>
        </p:nvGrpSpPr>
        <p:grpSpPr>
          <a:xfrm>
            <a:off x="6522716" y="5726287"/>
            <a:ext cx="2362200" cy="805385"/>
            <a:chOff x="7574916" y="5767305"/>
            <a:chExt cx="2362200" cy="805385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3F647C27-8A4B-F6EC-A6A0-3DFD16D334FB}"/>
                </a:ext>
              </a:extLst>
            </p:cNvPr>
            <p:cNvSpPr/>
            <p:nvPr/>
          </p:nvSpPr>
          <p:spPr>
            <a:xfrm>
              <a:off x="7574916" y="5807603"/>
              <a:ext cx="2362200" cy="76508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36F9A74-CBD2-AB29-8E10-2C4EE858BBB5}"/>
                </a:ext>
              </a:extLst>
            </p:cNvPr>
            <p:cNvSpPr txBox="1"/>
            <p:nvPr/>
          </p:nvSpPr>
          <p:spPr>
            <a:xfrm>
              <a:off x="7817491" y="5767305"/>
              <a:ext cx="16668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     COURIER GUY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D4C810F-F6B1-152F-3259-8BEFF520D27D}"/>
              </a:ext>
            </a:extLst>
          </p:cNvPr>
          <p:cNvGrpSpPr/>
          <p:nvPr/>
        </p:nvGrpSpPr>
        <p:grpSpPr>
          <a:xfrm>
            <a:off x="380680" y="5807098"/>
            <a:ext cx="2361250" cy="765087"/>
            <a:chOff x="9622155" y="4494498"/>
            <a:chExt cx="2362200" cy="765087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EA864E24-366A-8A87-974B-067D47C4618E}"/>
                </a:ext>
              </a:extLst>
            </p:cNvPr>
            <p:cNvSpPr/>
            <p:nvPr/>
          </p:nvSpPr>
          <p:spPr>
            <a:xfrm>
              <a:off x="9622155" y="4494498"/>
              <a:ext cx="2362200" cy="76508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87FA4A6-14C3-E793-EAC6-1FF34F974373}"/>
                </a:ext>
              </a:extLst>
            </p:cNvPr>
            <p:cNvSpPr txBox="1"/>
            <p:nvPr/>
          </p:nvSpPr>
          <p:spPr>
            <a:xfrm>
              <a:off x="10070502" y="4504051"/>
              <a:ext cx="14748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COURIER GUY</a:t>
              </a:r>
            </a:p>
          </p:txBody>
        </p: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B2CB1B7-7830-0DDC-FF29-C882513F764F}"/>
              </a:ext>
            </a:extLst>
          </p:cNvPr>
          <p:cNvCxnSpPr>
            <a:cxnSpLocks/>
          </p:cNvCxnSpPr>
          <p:nvPr/>
        </p:nvCxnSpPr>
        <p:spPr>
          <a:xfrm flipV="1">
            <a:off x="2836862" y="6183223"/>
            <a:ext cx="590552" cy="6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E80E1B5-E685-9F71-B3C0-2CAD804956A0}"/>
              </a:ext>
            </a:extLst>
          </p:cNvPr>
          <p:cNvCxnSpPr>
            <a:cxnSpLocks/>
          </p:cNvCxnSpPr>
          <p:nvPr/>
        </p:nvCxnSpPr>
        <p:spPr>
          <a:xfrm flipV="1">
            <a:off x="5854700" y="6197569"/>
            <a:ext cx="590552" cy="6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B5D9A88-059D-28A7-D12A-80E94D58A27F}"/>
              </a:ext>
            </a:extLst>
          </p:cNvPr>
          <p:cNvGrpSpPr/>
          <p:nvPr/>
        </p:nvGrpSpPr>
        <p:grpSpPr>
          <a:xfrm>
            <a:off x="9657716" y="5760309"/>
            <a:ext cx="2362200" cy="785884"/>
            <a:chOff x="7574916" y="5786806"/>
            <a:chExt cx="2362200" cy="785884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A97CE1A8-986E-8553-F00A-81D70BBA1083}"/>
                </a:ext>
              </a:extLst>
            </p:cNvPr>
            <p:cNvSpPr/>
            <p:nvPr/>
          </p:nvSpPr>
          <p:spPr>
            <a:xfrm>
              <a:off x="7574916" y="5807603"/>
              <a:ext cx="2362200" cy="76508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4B5E8BC-3DAD-496D-5B0D-52C0A16469E0}"/>
                </a:ext>
              </a:extLst>
            </p:cNvPr>
            <p:cNvSpPr txBox="1"/>
            <p:nvPr/>
          </p:nvSpPr>
          <p:spPr>
            <a:xfrm>
              <a:off x="7853045" y="5786806"/>
              <a:ext cx="17024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  COURIER GUY</a:t>
              </a:r>
            </a:p>
          </p:txBody>
        </p: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5ECC278-3A5E-E64F-4456-A928EAA0CFC6}"/>
              </a:ext>
            </a:extLst>
          </p:cNvPr>
          <p:cNvCxnSpPr>
            <a:cxnSpLocks/>
          </p:cNvCxnSpPr>
          <p:nvPr/>
        </p:nvCxnSpPr>
        <p:spPr>
          <a:xfrm flipV="1">
            <a:off x="8959847" y="6122561"/>
            <a:ext cx="590552" cy="6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Subtitle 25">
            <a:extLst>
              <a:ext uri="{FF2B5EF4-FFF2-40B4-BE49-F238E27FC236}">
                <a16:creationId xmlns:a16="http://schemas.microsoft.com/office/drawing/2014/main" id="{4AF3EE68-8738-D9BF-058C-086090B70C77}"/>
              </a:ext>
            </a:extLst>
          </p:cNvPr>
          <p:cNvSpPr txBox="1">
            <a:spLocks/>
          </p:cNvSpPr>
          <p:nvPr/>
        </p:nvSpPr>
        <p:spPr>
          <a:xfrm>
            <a:off x="9550399" y="4514364"/>
            <a:ext cx="1882139" cy="513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</a:rPr>
              <a:t>Received proper Tax Invoice </a:t>
            </a:r>
            <a:endParaRPr lang="en-US" sz="1200" b="1" dirty="0"/>
          </a:p>
        </p:txBody>
      </p:sp>
      <p:sp>
        <p:nvSpPr>
          <p:cNvPr id="104" name="Subtitle 25">
            <a:extLst>
              <a:ext uri="{FF2B5EF4-FFF2-40B4-BE49-F238E27FC236}">
                <a16:creationId xmlns:a16="http://schemas.microsoft.com/office/drawing/2014/main" id="{9B2424F9-40D0-60BC-1718-61B0EBAE4697}"/>
              </a:ext>
            </a:extLst>
          </p:cNvPr>
          <p:cNvSpPr txBox="1">
            <a:spLocks/>
          </p:cNvSpPr>
          <p:nvPr/>
        </p:nvSpPr>
        <p:spPr>
          <a:xfrm>
            <a:off x="380680" y="6047277"/>
            <a:ext cx="2348865" cy="623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</a:rPr>
              <a:t>Shipment is loaded on the Courier Guy portal.  Tracking Number is generated</a:t>
            </a:r>
            <a:endParaRPr lang="en-US" sz="1200" b="1" dirty="0"/>
          </a:p>
        </p:txBody>
      </p:sp>
      <p:sp>
        <p:nvSpPr>
          <p:cNvPr id="105" name="Subtitle 25">
            <a:extLst>
              <a:ext uri="{FF2B5EF4-FFF2-40B4-BE49-F238E27FC236}">
                <a16:creationId xmlns:a16="http://schemas.microsoft.com/office/drawing/2014/main" id="{03BBD9D8-A023-BA15-9404-C81A9679B9C5}"/>
              </a:ext>
            </a:extLst>
          </p:cNvPr>
          <p:cNvSpPr txBox="1">
            <a:spLocks/>
          </p:cNvSpPr>
          <p:nvPr/>
        </p:nvSpPr>
        <p:spPr>
          <a:xfrm>
            <a:off x="3759200" y="6133050"/>
            <a:ext cx="1715131" cy="298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</a:rPr>
              <a:t>Collect parcels</a:t>
            </a:r>
            <a:endParaRPr lang="en-US" sz="1200" b="1" dirty="0"/>
          </a:p>
        </p:txBody>
      </p:sp>
      <p:sp>
        <p:nvSpPr>
          <p:cNvPr id="106" name="Subtitle 25">
            <a:extLst>
              <a:ext uri="{FF2B5EF4-FFF2-40B4-BE49-F238E27FC236}">
                <a16:creationId xmlns:a16="http://schemas.microsoft.com/office/drawing/2014/main" id="{9593653F-EBE1-67FA-4168-1DC73887D814}"/>
              </a:ext>
            </a:extLst>
          </p:cNvPr>
          <p:cNvSpPr txBox="1">
            <a:spLocks/>
          </p:cNvSpPr>
          <p:nvPr/>
        </p:nvSpPr>
        <p:spPr>
          <a:xfrm>
            <a:off x="6570343" y="6063733"/>
            <a:ext cx="2348865" cy="4824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</a:rPr>
              <a:t>Deliver parcel or notify us if there is a problem</a:t>
            </a:r>
            <a:endParaRPr lang="en-US" sz="1200" b="1" dirty="0"/>
          </a:p>
        </p:txBody>
      </p:sp>
      <p:sp>
        <p:nvSpPr>
          <p:cNvPr id="107" name="Subtitle 25">
            <a:extLst>
              <a:ext uri="{FF2B5EF4-FFF2-40B4-BE49-F238E27FC236}">
                <a16:creationId xmlns:a16="http://schemas.microsoft.com/office/drawing/2014/main" id="{2936C4C6-32DA-07A4-C486-7E17A4CB25DA}"/>
              </a:ext>
            </a:extLst>
          </p:cNvPr>
          <p:cNvSpPr txBox="1">
            <a:spLocks/>
          </p:cNvSpPr>
          <p:nvPr/>
        </p:nvSpPr>
        <p:spPr>
          <a:xfrm>
            <a:off x="9591038" y="6003493"/>
            <a:ext cx="2348865" cy="623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</a:rPr>
              <a:t>We get notify whether delivery was successful or if parcel will return if unsuccessful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2983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112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Rynette Farrar</dc:creator>
  <cp:lastModifiedBy>Rynette Farrar</cp:lastModifiedBy>
  <cp:revision>2</cp:revision>
  <dcterms:created xsi:type="dcterms:W3CDTF">2025-04-11T13:56:36Z</dcterms:created>
  <dcterms:modified xsi:type="dcterms:W3CDTF">2025-04-11T14:12:37Z</dcterms:modified>
</cp:coreProperties>
</file>